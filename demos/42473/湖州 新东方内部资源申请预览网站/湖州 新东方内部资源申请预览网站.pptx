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/>
        </p:nvPicPr>
        <p:blipFill>
          <a:blip r:embed="rId1"/>
          <a:srcRect b="30434"/>
          <a:stretch>
            <a:fillRect/>
          </a:stretch>
        </p:blipFill>
        <p:spPr>
          <a:xfrm>
            <a:off x="0" y="561975"/>
            <a:ext cx="12361545" cy="57334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30480"/>
            <a:ext cx="12221210" cy="692912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solidFill>
                  <a:schemeClr val="bg1"/>
                </a:solidFill>
              </a:rPr>
              <a:t>湖州 新东方</a:t>
            </a:r>
            <a:br>
              <a:rPr lang="zh-CN" altLang="en-US">
                <a:solidFill>
                  <a:schemeClr val="bg1"/>
                </a:solidFill>
              </a:rPr>
            </a:br>
            <a:r>
              <a:rPr lang="zh-CN" altLang="en-US">
                <a:solidFill>
                  <a:schemeClr val="bg1"/>
                </a:solidFill>
              </a:rPr>
              <a:t>内部资源申请预览网站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chemeClr val="bg1"/>
                </a:solidFill>
              </a:rPr>
              <a:t>开发目的：暑期部分老师假期在公司使用教室，查看教室占用情况预览线上申请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后台</a:t>
            </a:r>
            <a:r>
              <a:rPr lang="en-US" altLang="zh-CN"/>
              <a:t>“huzhouxdf.online”</a:t>
            </a:r>
            <a:r>
              <a:rPr lang="zh-CN" altLang="en-US"/>
              <a:t>域名还在申请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"/>
          </p:nvPr>
        </p:nvSpPr>
        <p:spPr/>
        <p:txBody>
          <a:bodyPr/>
          <a:p>
            <a:r>
              <a:rPr lang="en-US" altLang="zh-CN"/>
              <a:t>- http://</a:t>
            </a:r>
            <a:r>
              <a:rPr lang="en-US" altLang="zh-CN">
                <a:sym typeface="+mn-ea"/>
              </a:rPr>
              <a:t>110.42.237.150</a:t>
            </a:r>
            <a:r>
              <a:rPr lang="en-US" altLang="zh-CN"/>
              <a:t>/login.php</a:t>
            </a:r>
            <a:endParaRPr lang="en-US" altLang="zh-CN"/>
          </a:p>
          <a:p>
            <a:r>
              <a:rPr lang="zh-CN" altLang="en-US"/>
              <a:t>- 账号 ： </a:t>
            </a:r>
            <a:r>
              <a:rPr lang="en-US" altLang="zh-CN"/>
              <a:t>admin</a:t>
            </a:r>
            <a:endParaRPr lang="en-US" altLang="zh-CN"/>
          </a:p>
          <a:p>
            <a:r>
              <a:rPr lang="zh-CN" altLang="en-US"/>
              <a:t>- 密码 ： </a:t>
            </a:r>
            <a:r>
              <a:rPr lang="en-US" altLang="zh-CN"/>
              <a:t>xdf2026</a:t>
            </a:r>
            <a:br>
              <a:rPr lang="en-US" altLang="zh-CN"/>
            </a:br>
            <a:endParaRPr lang="en-US" altLang="zh-CN"/>
          </a:p>
          <a:p>
            <a:endParaRPr lang="en-US" altLang="zh-CN"/>
          </a:p>
          <a:p>
            <a:r>
              <a:rPr lang="zh-CN" altLang="en-US"/>
              <a:t>登录后台发布信息，发布后获得二维码，打印后贴线下，线上预约</a:t>
            </a:r>
            <a:r>
              <a:rPr lang="en-US" altLang="zh-CN"/>
              <a:t>+</a:t>
            </a:r>
            <a:r>
              <a:rPr lang="zh-CN" altLang="en-US"/>
              <a:t>线下扫码（完成占点）；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后台发布，打印二维码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821"/>
          <a:stretch>
            <a:fillRect/>
          </a:stretch>
        </p:blipFill>
        <p:spPr>
          <a:xfrm>
            <a:off x="8453755" y="2486660"/>
            <a:ext cx="3441065" cy="38906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730" y="2216785"/>
            <a:ext cx="4152900" cy="41605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内容占位符 3"/>
          <p:cNvPicPr>
            <a:picLocks noChangeAspect="1"/>
          </p:cNvPicPr>
          <p:nvPr/>
        </p:nvPicPr>
        <p:blipFill>
          <a:blip r:embed="rId3"/>
          <a:srcRect l="3346"/>
          <a:stretch>
            <a:fillRect/>
          </a:stretch>
        </p:blipFill>
        <p:spPr>
          <a:xfrm>
            <a:off x="335915" y="2025650"/>
            <a:ext cx="3117850" cy="43516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7226300" y="-295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前台预约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3373" b="11969"/>
          <a:stretch>
            <a:fillRect/>
          </a:stretch>
        </p:blipFill>
        <p:spPr>
          <a:xfrm>
            <a:off x="8020050" y="2725420"/>
            <a:ext cx="3755390" cy="36207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530" y="1691005"/>
            <a:ext cx="3352165" cy="46297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3"/>
          <a:srcRect b="45999"/>
          <a:stretch>
            <a:fillRect/>
          </a:stretch>
        </p:blipFill>
        <p:spPr>
          <a:xfrm>
            <a:off x="541020" y="1691005"/>
            <a:ext cx="3074035" cy="13944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29572"/>
          <a:stretch>
            <a:fillRect/>
          </a:stretch>
        </p:blipFill>
        <p:spPr>
          <a:xfrm>
            <a:off x="541020" y="3294380"/>
            <a:ext cx="3526155" cy="30518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WPS 演示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董加政</dc:creator>
  <cp:lastModifiedBy>恒，，，定。。。余</cp:lastModifiedBy>
  <cp:revision>5</cp:revision>
  <dcterms:created xsi:type="dcterms:W3CDTF">2023-08-09T12:44:00Z</dcterms:created>
  <dcterms:modified xsi:type="dcterms:W3CDTF">2026-06-21T12:15:02Z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FCC449F5F25647C3B3F4F10D67A8C0C8_12</vt:lpwstr>
  </property>
</Properties>
</file>